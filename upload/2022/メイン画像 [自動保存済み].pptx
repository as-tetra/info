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1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59574-AFF7-2B40-85A1-D084C8B58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923B88-C1B5-41A0-4750-40D47CBFF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DD2C19-6831-C9DE-2D6C-AEC26D04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D397CC-C139-1B4C-EA88-8D7076996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CA204D-2F18-C58C-CDBF-16D6DE90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236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C24746-DC6F-1C4B-B975-265A6E31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DE8C82-9B48-829D-F366-425D86DF2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0F6BF4-50E7-01AC-CBC1-DFFBCC37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6137F1-E5A1-5FA3-9425-A60CF910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D1DA26-216F-59A1-2A9E-9DC328B4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37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A581B-C4C7-9675-73E5-344CC1BA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85A452-4980-BE8F-835F-24869FAAF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5A38DC-7990-4DE0-A005-EA9777FE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248F27-8A09-4669-E47F-7838A961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155E28-700D-2132-B752-8A3AA054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D034B-D896-425B-E910-687C43D5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8B1973-0794-966F-9AB0-2CC129AEE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5B33C3-DE8F-361B-6244-092B4E865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FEBCE1-2FA2-51F4-99BF-03BE55C1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308484-8C9A-BED5-EE50-80CBE384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22E2FE-70BE-E1B1-D54F-1EF0D5A4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325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F639C-066F-F0E0-E295-83776380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169550-A6B8-E42C-4751-05C0B4F9F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2BC706-5AC1-0D43-568E-EE652E547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A9B275-5F26-CDBC-FE72-C05B6D71C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7AAA88-FA6A-FD59-6FC0-79C3F238E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73B35B-BEB2-8DF2-E440-7B346D7A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4B73277-0A26-EDAE-DFCD-294DD635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1FF90CA-C03D-70CA-2B6C-A3F16F71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82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B579D4-F9BC-6C47-C550-27F8CC4B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B2B5149-B501-665C-CDCD-8A0E8877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084E9D2-639A-BACB-9D90-AFCE09B1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A3B65E-93F4-2CE8-F483-AACAAFFD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91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8B1819-413B-121D-E352-EA92C0C8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5E38A3E-ED27-DC01-23DD-A93FA6561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281104-76FF-0692-AEDA-262467E7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205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4BEAD-A599-EEE6-AFC5-1CC9C17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DD1F3B-69DD-DCA7-7A0B-2A55F5C50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3E8866-A25C-BE15-39C9-ADD70A8F2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EF51C3-80F4-0F1B-EFAD-E8B628303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6FADD1-1214-B38B-3902-23440BE9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9AE67B-B71E-2449-0843-6CE74DB0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2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7E469-3FC7-A7D3-35AA-AD6AD9A3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10E1F5-F6A0-4C9A-7889-311BF6312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B9F362-749F-A9E4-0D81-EF2021AB4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60F6FD-EC80-2791-E7C5-70139048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A55D8D-84A7-C5A6-0E99-0CF5E9BB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AC6195-1807-57EE-A552-06C783B4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562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3F743D-028A-271C-C801-AC3271A1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060716-D409-CF55-482A-A9CBA956F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25916F-8CB2-05EB-B85E-4BC608E9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798583-9FC7-DBBC-F162-84E401086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347ED9-BB80-75DC-C9D9-3BDA201F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293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0179015-4D49-5078-8387-1A9F1818F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C3F73A-F74E-D4E4-F598-A70F03887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AC32F5-971F-79EC-121D-110373CF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A240D0-9318-A8A9-6E25-2A614915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6D875F-5C74-E8FD-E623-72C20337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06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09831E-771D-D13F-7D02-33E2616F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972078-DA32-70E4-C8B3-3CF75A9BC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8DC230-9B64-295D-0CA1-83B86DA51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630A2-C853-41A9-9ACD-E7F6C42E39E7}" type="datetimeFigureOut">
              <a:rPr kumimoji="1" lang="ja-JP" altLang="en-US" smtClean="0"/>
              <a:t>2022/7/14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0090BA-0B91-D4D1-EA63-AFB8AD38B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B5D0C2-864E-98DC-FE30-64400C2A0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ABFDC-A749-4A3A-B841-015204C0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53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46711FF-D9CD-C047-8F2B-09DAB4BCA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239217"/>
            <a:ext cx="12219172" cy="688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434F8D6-965F-E378-8EC9-869C87F1CBC8}"/>
              </a:ext>
            </a:extLst>
          </p:cNvPr>
          <p:cNvSpPr/>
          <p:nvPr/>
        </p:nvSpPr>
        <p:spPr>
          <a:xfrm>
            <a:off x="-1" y="5216672"/>
            <a:ext cx="12219172" cy="1641328"/>
          </a:xfrm>
          <a:prstGeom prst="rect">
            <a:avLst/>
          </a:prstGeom>
          <a:solidFill>
            <a:srgbClr val="000000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F49078F-E1D8-4E39-DEF0-26BEC7ACF4EC}"/>
              </a:ext>
            </a:extLst>
          </p:cNvPr>
          <p:cNvSpPr txBox="1"/>
          <p:nvPr/>
        </p:nvSpPr>
        <p:spPr>
          <a:xfrm>
            <a:off x="3053993" y="3267451"/>
            <a:ext cx="6107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Meiryo" panose="020B0604030504040204" pitchFamily="50" charset="-128"/>
                <a:ea typeface="Meiryo" panose="020B0604030504040204" pitchFamily="50" charset="-128"/>
              </a:rPr>
              <a:t>  </a:t>
            </a:r>
            <a:endParaRPr lang="ja-JP" altLang="en-US" dirty="0"/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0CB04E3E-9C1D-BBD8-C0F3-5D1168928A0F}"/>
              </a:ext>
            </a:extLst>
          </p:cNvPr>
          <p:cNvSpPr txBox="1">
            <a:spLocks/>
          </p:cNvSpPr>
          <p:nvPr/>
        </p:nvSpPr>
        <p:spPr>
          <a:xfrm>
            <a:off x="61644" y="3946753"/>
            <a:ext cx="3763656" cy="6427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ja-JP" b="1" cap="all" dirty="0">
                <a:solidFill>
                  <a:srgbClr val="FFFFFF"/>
                </a:solidFill>
                <a:ea typeface="Yu Mincho" panose="02020400000000000000" pitchFamily="18" charset="-128"/>
              </a:rPr>
              <a:t>音になる</a:t>
            </a:r>
            <a:endParaRPr lang="ja-JP" altLang="en-US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69DE511B-0485-51FF-E460-AF32EBE43509}"/>
              </a:ext>
            </a:extLst>
          </p:cNvPr>
          <p:cNvSpPr txBox="1">
            <a:spLocks/>
          </p:cNvSpPr>
          <p:nvPr/>
        </p:nvSpPr>
        <p:spPr>
          <a:xfrm>
            <a:off x="729129" y="4768691"/>
            <a:ext cx="454117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ja-JP" sz="1800" i="0" cap="all" dirty="0">
                <a:solidFill>
                  <a:srgbClr val="FFFFFF"/>
                </a:solidFill>
                <a:effectLst/>
                <a:latin typeface="小塚明朝 Pr6N M" panose="02020600000000000000" pitchFamily="18" charset="-128"/>
                <a:ea typeface="小塚明朝 Pr6N M" panose="02020600000000000000" pitchFamily="18" charset="-128"/>
              </a:rPr>
              <a:t>坂田 明　中島吏英　LIVEツアー2022</a:t>
            </a:r>
            <a:endParaRPr lang="ja-JP" altLang="en-US" sz="1800" dirty="0">
              <a:latin typeface="小塚明朝 Pr6N M" panose="02020600000000000000" pitchFamily="18" charset="-128"/>
              <a:ea typeface="小塚明朝 Pr6N M" panose="02020600000000000000" pitchFamily="18" charset="-128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D9D5112A-3781-4B89-2FDC-1940E8EA5AE7}"/>
              </a:ext>
            </a:extLst>
          </p:cNvPr>
          <p:cNvSpPr txBox="1">
            <a:spLocks/>
          </p:cNvSpPr>
          <p:nvPr/>
        </p:nvSpPr>
        <p:spPr>
          <a:xfrm>
            <a:off x="711893" y="5704835"/>
            <a:ext cx="9993779" cy="5427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2022</a:t>
            </a:r>
            <a:r>
              <a:rPr lang="ja-JP" altLang="en-US" sz="3200" b="1" cap="all" dirty="0">
                <a:solidFill>
                  <a:srgbClr val="FFFFFF"/>
                </a:solidFill>
                <a:ea typeface="Yu Gothic Medium" panose="020B0500000000000000" pitchFamily="50" charset="-128"/>
              </a:rPr>
              <a:t> </a:t>
            </a:r>
            <a:r>
              <a:rPr lang="en-US" altLang="ja-JP" sz="3800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.</a:t>
            </a:r>
            <a:r>
              <a:rPr lang="ja-JP" altLang="en-US" sz="3800" b="1" cap="all" dirty="0">
                <a:solidFill>
                  <a:srgbClr val="FFFFFF"/>
                </a:solidFill>
                <a:latin typeface="Yu Gothic Medium" panose="020B0500000000000000" pitchFamily="50" charset="-128"/>
              </a:rPr>
              <a:t> </a:t>
            </a:r>
            <a:r>
              <a:rPr lang="en-US" altLang="ja-JP" sz="3800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8.22</a:t>
            </a:r>
            <a:r>
              <a:rPr lang="en-US" altLang="ja-JP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 </a:t>
            </a:r>
            <a:r>
              <a:rPr lang="en-US" altLang="ja-JP" sz="1700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 ( Mon )</a:t>
            </a:r>
            <a:r>
              <a:rPr lang="ja-JP" altLang="en-US" sz="29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　</a:t>
            </a:r>
            <a:r>
              <a:rPr lang="ja-JP" altLang="en-US" sz="26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会場</a:t>
            </a:r>
            <a:r>
              <a:rPr lang="ja-JP" altLang="en-US" sz="29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 </a:t>
            </a:r>
            <a:r>
              <a:rPr lang="en-US" altLang="ja-JP" sz="29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:  </a:t>
            </a:r>
            <a:r>
              <a:rPr lang="ja-JP" altLang="en-US" sz="29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 </a:t>
            </a:r>
            <a:r>
              <a:rPr lang="ja-JP" altLang="en-US" sz="2900" b="0" i="0" dirty="0">
                <a:solidFill>
                  <a:srgbClr val="000000"/>
                </a:solidFill>
                <a:effectLst/>
                <a:latin typeface="Yu Gothic Medium" panose="020B0500000000000000" pitchFamily="50" charset="-128"/>
                <a:ea typeface="Yu Gothic Medium" panose="020B0500000000000000" pitchFamily="50" charset="-128"/>
              </a:rPr>
              <a:t>​</a:t>
            </a:r>
            <a:r>
              <a:rPr lang="en-US" altLang="ja-JP" sz="3200" b="1" i="0" u="none" strike="noStrike" dirty="0">
                <a:solidFill>
                  <a:srgbClr val="FFFFFF"/>
                </a:solidFill>
                <a:effectLst/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art space tetra</a:t>
            </a:r>
            <a:r>
              <a:rPr lang="ja-JP" altLang="en-US" sz="2900" b="1" dirty="0">
                <a:solidFill>
                  <a:srgbClr val="FFFF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  </a:t>
            </a:r>
            <a:r>
              <a:rPr lang="en-US" altLang="ja-JP" sz="220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(</a:t>
            </a:r>
            <a:r>
              <a:rPr lang="ja-JP" altLang="en-US" sz="220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福岡県福岡市博多区須崎町</a:t>
            </a:r>
            <a:r>
              <a:rPr lang="en-US" altLang="ja-JP" sz="220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2-15</a:t>
            </a:r>
            <a:r>
              <a:rPr lang="ja-JP" altLang="en-US" sz="2200" b="0" i="0" dirty="0">
                <a:solidFill>
                  <a:srgbClr val="000000"/>
                </a:solidFill>
                <a:effectLst/>
                <a:latin typeface="Yu Gothic" panose="020B0400000000000000" pitchFamily="50" charset="-128"/>
                <a:ea typeface="Yu Gothic" panose="020B0400000000000000" pitchFamily="50" charset="-128"/>
              </a:rPr>
              <a:t>​</a:t>
            </a:r>
            <a:r>
              <a:rPr lang="en-US" altLang="ja-JP" sz="2200" i="0" dirty="0">
                <a:solidFill>
                  <a:srgbClr val="FFFFFF"/>
                </a:solidFill>
                <a:effectLst/>
                <a:latin typeface="Yu Gothic" panose="020B0400000000000000" pitchFamily="50" charset="-128"/>
                <a:ea typeface="Yu Gothic" panose="020B0400000000000000" pitchFamily="50" charset="-128"/>
              </a:rPr>
              <a:t>)</a:t>
            </a:r>
            <a:endParaRPr lang="ja-JP" altLang="en-US" sz="2200" dirty="0"/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1D380DCF-6A76-103A-5344-F21A0C5AF15A}"/>
              </a:ext>
            </a:extLst>
          </p:cNvPr>
          <p:cNvSpPr txBox="1">
            <a:spLocks/>
          </p:cNvSpPr>
          <p:nvPr/>
        </p:nvSpPr>
        <p:spPr>
          <a:xfrm>
            <a:off x="729129" y="6197990"/>
            <a:ext cx="10479977" cy="3658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20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2022 </a:t>
            </a:r>
            <a:r>
              <a:rPr lang="en-US" altLang="ja-JP" sz="2400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. 8.23</a:t>
            </a:r>
            <a:r>
              <a:rPr lang="en-US" altLang="ja-JP" sz="1050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 </a:t>
            </a:r>
            <a:r>
              <a:rPr lang="ja-JP" altLang="en-US" sz="1050" b="1" cap="all" dirty="0">
                <a:solidFill>
                  <a:srgbClr val="FFFFFF"/>
                </a:solidFill>
                <a:latin typeface="Yu Gothic Medium" panose="020B0500000000000000" pitchFamily="50" charset="-128"/>
              </a:rPr>
              <a:t> </a:t>
            </a:r>
            <a:r>
              <a:rPr lang="ja-JP" altLang="en-US" sz="1050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（</a:t>
            </a:r>
            <a:r>
              <a:rPr lang="en-US" altLang="ja-JP" sz="1050" b="1" i="0" u="none" strike="noStrike" cap="all" dirty="0">
                <a:solidFill>
                  <a:srgbClr val="FFFFFF"/>
                </a:solidFill>
                <a:effectLst/>
                <a:latin typeface="Yu Gothic Medium" panose="020B0500000000000000" pitchFamily="50" charset="-128"/>
              </a:rPr>
              <a:t> t u e )</a:t>
            </a:r>
            <a:r>
              <a:rPr lang="ja-JP" altLang="en-US" sz="18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　</a:t>
            </a:r>
            <a:r>
              <a:rPr lang="ja-JP" altLang="en-US" sz="16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会場</a:t>
            </a:r>
            <a:r>
              <a:rPr lang="ja-JP" altLang="en-US" sz="18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 </a:t>
            </a:r>
            <a:r>
              <a:rPr lang="en-US" altLang="ja-JP" sz="18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:</a:t>
            </a:r>
            <a:r>
              <a:rPr lang="ja-JP" altLang="en-US" sz="1800" b="1" i="0" u="none" strike="noStrike" cap="all" dirty="0">
                <a:solidFill>
                  <a:srgbClr val="FFFFFF"/>
                </a:solidFill>
                <a:effectLst/>
                <a:ea typeface="Yu Gothic Medium" panose="020B0500000000000000" pitchFamily="50" charset="-128"/>
              </a:rPr>
              <a:t>  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Yu Gothic Medium" panose="020B0500000000000000" pitchFamily="50" charset="-128"/>
                <a:ea typeface="Yu Gothic Medium" panose="020B0500000000000000" pitchFamily="50" charset="-128"/>
              </a:rPr>
              <a:t>​ </a:t>
            </a:r>
            <a:r>
              <a:rPr lang="en-US" altLang="ja-JP" sz="1800" b="1" i="0" u="none" strike="noStrike" dirty="0">
                <a:solidFill>
                  <a:srgbClr val="FFFFFF"/>
                </a:solidFill>
                <a:effectLst/>
                <a:latin typeface="Adobe Gothic Std B" panose="020B0800000000000000" pitchFamily="34" charset="-128"/>
                <a:ea typeface="Adobe Gothic Std B" panose="020B0800000000000000" pitchFamily="34" charset="-128"/>
              </a:rPr>
              <a:t>KU</a:t>
            </a:r>
            <a:r>
              <a:rPr lang="ja-JP" altLang="en-US" sz="1800" b="1" i="0" u="none" strike="noStrike" dirty="0">
                <a:solidFill>
                  <a:srgbClr val="FFFFFF"/>
                </a:solidFill>
                <a:effectLst/>
                <a:latin typeface="Adobe Gothic Std B" panose="020B0800000000000000" pitchFamily="34" charset="-128"/>
                <a:ea typeface="Adobe Gothic Std B" panose="020B0800000000000000" pitchFamily="34" charset="-128"/>
              </a:rPr>
              <a:t>スタジオ</a:t>
            </a:r>
            <a:r>
              <a:rPr lang="en-US" altLang="ja-JP" sz="1800" b="1" i="0" u="none" strike="noStrike" dirty="0">
                <a:solidFill>
                  <a:srgbClr val="FFFFFF"/>
                </a:solidFill>
                <a:effectLst/>
                <a:latin typeface="Adobe Gothic Std B" panose="020B0800000000000000" pitchFamily="34" charset="-128"/>
                <a:ea typeface="Adobe Gothic Std B" panose="020B0800000000000000" pitchFamily="34" charset="-128"/>
              </a:rPr>
              <a:t>2</a:t>
            </a:r>
            <a:r>
              <a:rPr lang="ja-JP" altLang="en-US" sz="1800" b="1" i="0" u="none" strike="noStrike" dirty="0">
                <a:solidFill>
                  <a:srgbClr val="FFFFFF"/>
                </a:solidFill>
                <a:effectLst/>
                <a:latin typeface="Adobe Gothic Std B" panose="020B0800000000000000" pitchFamily="34" charset="-128"/>
                <a:ea typeface="Adobe Gothic Std B" panose="020B0800000000000000" pitchFamily="34" charset="-128"/>
              </a:rPr>
              <a:t>階ホール  </a:t>
            </a:r>
            <a:r>
              <a:rPr lang="en-US" altLang="ja-JP" sz="1400" b="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(</a:t>
            </a:r>
            <a:r>
              <a:rPr lang="ja-JP" altLang="en-US" sz="1400" b="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北九州市門司区西海岸</a:t>
            </a:r>
            <a:r>
              <a:rPr lang="en-US" altLang="ja-JP" sz="1400" b="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1</a:t>
            </a:r>
            <a:r>
              <a:rPr lang="ja-JP" altLang="en-US" sz="1400" b="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丁目</a:t>
            </a:r>
            <a:r>
              <a:rPr lang="en-US" altLang="ja-JP" sz="1400" b="0" i="0" u="none" strike="noStrike" dirty="0">
                <a:solidFill>
                  <a:srgbClr val="FFFFFF"/>
                </a:solidFill>
                <a:effectLst/>
                <a:ea typeface="Yu Gothic" panose="020B0400000000000000" pitchFamily="50" charset="-128"/>
              </a:rPr>
              <a:t>4−27-2F ) </a:t>
            </a:r>
            <a:r>
              <a:rPr lang="ja-JP" altLang="en-US" sz="1400" b="0" i="0" dirty="0">
                <a:solidFill>
                  <a:srgbClr val="000000"/>
                </a:solidFill>
                <a:effectLst/>
                <a:latin typeface="Yu Gothic" panose="020B0400000000000000" pitchFamily="50" charset="-128"/>
                <a:ea typeface="Yu Gothic" panose="020B0400000000000000" pitchFamily="50" charset="-128"/>
              </a:rPr>
              <a:t>​</a:t>
            </a:r>
            <a:endParaRPr lang="ja-JP" altLang="en-US" sz="1400" dirty="0"/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3CAC7391-AA3C-B156-ABA9-2A683E6C218A}"/>
              </a:ext>
            </a:extLst>
          </p:cNvPr>
          <p:cNvSpPr txBox="1">
            <a:spLocks/>
          </p:cNvSpPr>
          <p:nvPr/>
        </p:nvSpPr>
        <p:spPr>
          <a:xfrm>
            <a:off x="742715" y="5216672"/>
            <a:ext cx="3020941" cy="6430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2000" b="1" i="0" cap="all" dirty="0">
                <a:solidFill>
                  <a:srgbClr val="FFFFFF"/>
                </a:solidFill>
                <a:effectLst/>
                <a:latin typeface="Adobe Caslon Pro" panose="0205050205050A020403" pitchFamily="18" charset="0"/>
                <a:ea typeface="Yu Gothic" panose="020B0400000000000000" pitchFamily="50" charset="-128"/>
              </a:rPr>
              <a:t>Open</a:t>
            </a:r>
            <a:r>
              <a:rPr lang="ja-JP" altLang="en-US" sz="2800" b="1" cap="all" dirty="0">
                <a:solidFill>
                  <a:srgbClr val="FFFFFF"/>
                </a:solidFill>
                <a:latin typeface="Adobe Caslon Pro" panose="0205050205050A020403" pitchFamily="18" charset="0"/>
                <a:ea typeface="Yu Gothic" panose="020B0400000000000000" pitchFamily="50" charset="-128"/>
              </a:rPr>
              <a:t>   </a:t>
            </a:r>
            <a:r>
              <a:rPr lang="en-US" altLang="ja-JP" sz="3200" b="1" i="0" cap="all" dirty="0">
                <a:solidFill>
                  <a:srgbClr val="FFFFFF"/>
                </a:solidFill>
                <a:effectLst/>
                <a:latin typeface="Adobe Caslon Pro" panose="0205050205050A020403" pitchFamily="18" charset="0"/>
                <a:ea typeface="Yu Gothic" panose="020B0400000000000000" pitchFamily="50" charset="-128"/>
              </a:rPr>
              <a:t>19</a:t>
            </a:r>
            <a:r>
              <a:rPr lang="ja-JP" altLang="en-US" sz="2400" b="1" i="0" cap="all" dirty="0">
                <a:solidFill>
                  <a:srgbClr val="FFFFFF"/>
                </a:solidFill>
                <a:effectLst/>
                <a:latin typeface="Adobe Caslon Pro" panose="0205050205050A020403" pitchFamily="18" charset="0"/>
                <a:ea typeface="Yu Gothic" panose="020B0400000000000000" pitchFamily="50" charset="-128"/>
              </a:rPr>
              <a:t>：</a:t>
            </a:r>
            <a:r>
              <a:rPr lang="en-US" altLang="ja-JP" sz="3200" b="1" i="0" cap="all" dirty="0">
                <a:solidFill>
                  <a:srgbClr val="FFFFFF"/>
                </a:solidFill>
                <a:effectLst/>
                <a:latin typeface="Adobe Caslon Pro" panose="0205050205050A020403" pitchFamily="18" charset="0"/>
                <a:ea typeface="Yu Gothic" panose="020B0400000000000000" pitchFamily="50" charset="-128"/>
              </a:rPr>
              <a:t>00</a:t>
            </a:r>
            <a:endParaRPr lang="ja-JP" altLang="en-US" sz="3200" dirty="0">
              <a:latin typeface="Adobe Caslon Pro" panose="0205050205050A020403" pitchFamily="18" charset="0"/>
            </a:endParaRPr>
          </a:p>
        </p:txBody>
      </p:sp>
      <p:sp>
        <p:nvSpPr>
          <p:cNvPr id="22" name="タイトル 1">
            <a:extLst>
              <a:ext uri="{FF2B5EF4-FFF2-40B4-BE49-F238E27FC236}">
                <a16:creationId xmlns:a16="http://schemas.microsoft.com/office/drawing/2014/main" id="{ECB995E0-6AC5-682E-5C6A-C4C3B6A4B262}"/>
              </a:ext>
            </a:extLst>
          </p:cNvPr>
          <p:cNvSpPr txBox="1">
            <a:spLocks/>
          </p:cNvSpPr>
          <p:nvPr/>
        </p:nvSpPr>
        <p:spPr>
          <a:xfrm>
            <a:off x="742715" y="6461305"/>
            <a:ext cx="10479977" cy="3658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100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お問合せ：</a:t>
            </a:r>
            <a:r>
              <a:rPr lang="en-US" altLang="ja-JP" sz="1100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mooktank1983@gmail.com (art space tetra/</a:t>
            </a:r>
            <a:r>
              <a:rPr lang="ja-JP" altLang="en-US" sz="1100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城野</a:t>
            </a:r>
            <a:r>
              <a:rPr lang="en-US" altLang="ja-JP" sz="1100" dirty="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) </a:t>
            </a:r>
            <a:r>
              <a:rPr lang="ja-JP" altLang="en-US" sz="1100" b="0" i="0" dirty="0">
                <a:solidFill>
                  <a:srgbClr val="000000"/>
                </a:solidFill>
                <a:effectLst/>
                <a:latin typeface="Yu Gothic" panose="020B0400000000000000" pitchFamily="50" charset="-128"/>
                <a:ea typeface="Yu Gothic" panose="020B0400000000000000" pitchFamily="50" charset="-128"/>
              </a:rPr>
              <a:t>​</a:t>
            </a:r>
            <a:endParaRPr lang="ja-JP" altLang="en-US" sz="1100" dirty="0"/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388B45EB-761D-97ED-4593-525FA4EF5BD4}"/>
              </a:ext>
            </a:extLst>
          </p:cNvPr>
          <p:cNvSpPr txBox="1">
            <a:spLocks/>
          </p:cNvSpPr>
          <p:nvPr/>
        </p:nvSpPr>
        <p:spPr>
          <a:xfrm>
            <a:off x="3668316" y="5194119"/>
            <a:ext cx="2463932" cy="5051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entrance fee.</a:t>
            </a:r>
            <a:r>
              <a:rPr lang="ja-JP" altLang="en-US" sz="2000" b="1" cap="all" dirty="0">
                <a:solidFill>
                  <a:srgbClr val="FFFFFF"/>
                </a:solidFill>
                <a:latin typeface="Adobe Caslon Pro" panose="0205050205050A020403" pitchFamily="18" charset="0"/>
                <a:ea typeface="Yu Gothic" panose="020B0400000000000000" pitchFamily="50" charset="-128"/>
              </a:rPr>
              <a:t>  </a:t>
            </a:r>
            <a:r>
              <a:rPr lang="ja-JP" altLang="en-US" sz="1600" b="1" cap="all" dirty="0">
                <a:solidFill>
                  <a:srgbClr val="FFFFFF"/>
                </a:solidFill>
                <a:latin typeface="Adobe Caslon Pro" panose="0205050205050A020403" pitchFamily="18" charset="0"/>
                <a:ea typeface="Yu Gothic" panose="020B0400000000000000" pitchFamily="50" charset="-128"/>
              </a:rPr>
              <a:t>￥</a:t>
            </a:r>
            <a:r>
              <a:rPr lang="en-US" altLang="ja-JP" sz="2000" b="1" cap="all" dirty="0">
                <a:solidFill>
                  <a:srgbClr val="FFFFFF"/>
                </a:solidFill>
                <a:latin typeface="Adobe Caslon Pro" panose="0205050205050A020403" pitchFamily="18" charset="0"/>
                <a:ea typeface="Yu Gothic" panose="020B0400000000000000" pitchFamily="50" charset="-128"/>
              </a:rPr>
              <a:t>3,000-</a:t>
            </a:r>
            <a:endParaRPr lang="ja-JP" altLang="en-US" sz="1400" dirty="0">
              <a:latin typeface="Adobe Caslon Pro" panose="0205050205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3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82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Adobe Gothic Std B</vt:lpstr>
      <vt:lpstr>Meiryo</vt:lpstr>
      <vt:lpstr>小塚明朝 Pr6N M</vt:lpstr>
      <vt:lpstr>Yu Gothic</vt:lpstr>
      <vt:lpstr>Yu Gothic</vt:lpstr>
      <vt:lpstr>游ゴシック Light</vt:lpstr>
      <vt:lpstr>Yu Gothic Medium</vt:lpstr>
      <vt:lpstr>Adobe Caslon Pro</vt:lpstr>
      <vt:lpstr>Arial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城野 敬志</dc:creator>
  <cp:lastModifiedBy>城野 敬志</cp:lastModifiedBy>
  <cp:revision>3</cp:revision>
  <dcterms:created xsi:type="dcterms:W3CDTF">2022-07-11T05:52:58Z</dcterms:created>
  <dcterms:modified xsi:type="dcterms:W3CDTF">2022-07-14T06:53:23Z</dcterms:modified>
</cp:coreProperties>
</file>